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Weekly Deployment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2026-W03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Generated: 2026-01-18 21:47:00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Deployed Last Week | Expected Next 14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Frontend (Deployed)</a:t>
            </a:r>
          </a:p>
          <a:p>
            <a:pPr>
              <a:defRPr sz="1100"/>
            </a:pPr>
            <a:r>
              <a:t>• FE-102: Add dark mode toggle</a:t>
            </a:r>
          </a:p>
          <a:p>
            <a:pPr>
              <a:defRPr sz="1100"/>
            </a:pPr>
            <a:r>
              <a:t>• FE-104: Update form validation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Backend (Deployed)</a:t>
            </a:r>
          </a:p>
          <a:p>
            <a:pPr>
              <a:defRPr sz="1100"/>
            </a:pPr>
            <a:r>
              <a:t>• BE-202: Add rate limiting to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095" y="914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Frontend (Upcoming)</a:t>
            </a:r>
          </a:p>
          <a:p>
            <a:pPr>
              <a:defRPr sz="1100"/>
            </a:pPr>
            <a:r>
              <a:t>• FE-105: Build user settings page [2026-01-21]</a:t>
            </a:r>
          </a:p>
          <a:p>
            <a:pPr>
              <a:defRPr sz="1100"/>
            </a:pPr>
            <a:r>
              <a:t>• FE-106: Add export to PDF feature [2026-01-25]</a:t>
            </a:r>
          </a:p>
          <a:p>
            <a:pPr>
              <a:defRPr sz="1100"/>
            </a:pPr>
            <a:r>
              <a:t>• FE-107: Implement notification center [TBD]</a:t>
            </a:r>
          </a:p>
          <a:p>
            <a:pPr>
              <a:defRPr sz="1100"/>
            </a:pPr>
            <a:r>
              <a:t>• FE-108: Add keyboard shortcuts help modal [2026-01-28]</a:t>
            </a:r>
          </a:p>
          <a:p>
            <a:pPr>
              <a:defRPr sz="1100"/>
            </a:pPr>
            <a:r>
              <a:t>• FE-113: Implement lazy loading for images [2026-01-24]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Backend (Upcoming)</a:t>
            </a:r>
          </a:p>
          <a:p>
            <a:pPr>
              <a:defRPr sz="1100"/>
            </a:pPr>
            <a:r>
              <a:t>• BE-204: Add batch processing endpoint [2026-01-20]</a:t>
            </a:r>
          </a:p>
          <a:p>
            <a:pPr>
              <a:defRPr sz="1100"/>
            </a:pPr>
            <a:r>
              <a:t>• BE-205: Implement audit logging [2026-01-23]</a:t>
            </a:r>
          </a:p>
          <a:p>
            <a:pPr>
              <a:defRPr sz="1100"/>
            </a:pPr>
            <a:r>
              <a:t>• BE-206: Add GraphQL support [2026-01-30]</a:t>
            </a:r>
          </a:p>
          <a:p>
            <a:pPr>
              <a:defRPr sz="1100"/>
            </a:pPr>
            <a:r>
              <a:t>• BE-212: Add caching layer for API responses [2026-01-26]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Team Focus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Checkout Revamp</a:t>
            </a:r>
          </a:p>
          <a:p>
            <a:pPr>
              <a:defRPr sz="1100"/>
            </a:pPr>
            <a:r>
              <a:t>• FE-109: Redesign checkout flow</a:t>
            </a:r>
          </a:p>
          <a:p>
            <a:pPr>
              <a:defRPr sz="1100"/>
            </a:pPr>
            <a:r>
              <a:t>• BE-207: Migrate to new payment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Analytics</a:t>
            </a:r>
          </a:p>
          <a:p>
            <a:pPr>
              <a:defRPr sz="1100"/>
            </a:pPr>
            <a:r>
              <a:t>• FE-110: Build A/B testing framework</a:t>
            </a:r>
          </a:p>
          <a:p>
            <a:pPr>
              <a:defRPr sz="1100"/>
            </a:pPr>
            <a:r>
              <a:t>• BE-208: Implement feature flags service</a:t>
            </a:r>
          </a:p>
          <a:p>
            <a:pPr>
              <a:defRPr sz="1100"/>
            </a:pPr>
            <a:r>
              <a:t>• DATA-401: Build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Other Focus Items</a:t>
            </a:r>
          </a:p>
          <a:p>
            <a:pPr>
              <a:defRPr sz="1100"/>
            </a:pPr>
            <a:r>
              <a:t>• BE-209: Update deprecated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Risks &amp;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⚠ FE-111: Third-party widget integration failing</a:t>
            </a:r>
          </a:p>
          <a:p>
            <a:pPr>
              <a:defRPr sz="1200"/>
            </a:pPr>
            <a:r>
              <a:t>    → Waiting for vendor API fix</a:t>
            </a:r>
          </a:p>
          <a:p>
            <a:pPr>
              <a:defRPr sz="1400" b="1"/>
            </a:pPr>
            <a:r>
              <a:t>⚠ BE-210: Database migration script</a:t>
            </a:r>
          </a:p>
          <a:p>
            <a:pPr>
              <a:defRPr sz="1200"/>
            </a:pPr>
            <a:r>
              <a:t>    → Requires DBA approval for production</a:t>
            </a:r>
          </a:p>
          <a:p>
            <a:pPr>
              <a:defRPr sz="1400" b="1"/>
            </a:pPr>
            <a:r>
              <a:t>⚠ BE-211: SSL certificate renewal</a:t>
            </a:r>
          </a:p>
          <a:p>
            <a:pPr>
              <a:defRPr sz="1200"/>
            </a:pPr>
            <a:r>
              <a:t>    → Pending security team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